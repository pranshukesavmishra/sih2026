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989320"/>
            <a:ext cx="2409444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10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10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28600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Median pointing error </a:t>
            </a:r>
            <a:r>
              <a:rPr sz="1300" b="1" i="0">
                <a:solidFill>
                  <a:srgbClr val="0E7C99"/>
                </a:solidFill>
                <a:latin typeface="Arial"/>
              </a:rPr>
              <a:t>207 µrad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— beacon kept inside the field of view </a:t>
            </a:r>
            <a:r>
              <a:rPr sz="13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481328"/>
            <a:ext cx="11430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app · pytest (</a:t>
            </a:r>
            <a:r>
              <a:rPr sz="1250" b="1" i="0">
                <a:solidFill>
                  <a:srgbClr val="1F8A5B"/>
                </a:solidFill>
                <a:latin typeface="Arial"/>
              </a:rPr>
              <a:t>73 tests</a:t>
            </a:r>
            <a:r>
              <a:rPr sz="1250" b="0" i="0">
                <a:solidFill>
                  <a:srgbClr val="0B2545"/>
                </a:solidFill>
                <a:latin typeface="Arial"/>
              </a:rPr>
              <a:t>) · GitHub CI</a:t>
            </a:r>
          </a:p>
          <a:p>
            <a:r>
              <a:rPr sz="1100" b="0" i="1">
                <a:solidFill>
                  <a:srgbClr val="5A6472"/>
                </a:solidFill>
                <a:latin typeface="Arial"/>
              </a:rPr>
              <a:t>100% open source — zero licensing cost, runs on any laptop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1709928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3191256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4672584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6153912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5" name="Picture 17434" descr="vid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6" name="TextBox 17435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