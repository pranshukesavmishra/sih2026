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hyperlink" Target="https://github.com/pranshukesavmishra/SIH-2026" TargetMode="External"/><Relationship Id="rId12" Type="http://schemas.openxmlformats.org/officeDocument/2006/relationships/hyperlink" Target="https://zerodrift-fsoc-pat.netlify.app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The problem, simply: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laser links beam huge data — but only while both terminals point at each other with hair-thin accuracy through shaking, wind and orbital motion. ISRO wants this ‘pointing brain’ proven in software, without costly optics.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Our solution: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a virtual test-range — a physics-true sky with stars, clutter, turbulence and a moving blinking beacon — and an AI-assisted tracker that finds it, proves its identity, and steers a virtual camera to keep it centred.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Why it never locks the wrong light: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the beacon blinks at an agreed 4 Hz. A star or sun-glint can be brighter, but it cannot blink right — impostors score zero and are rejected.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Smart where it matters: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predicts 40 ms ahead to cancel mount delay, rides through blink gaps on a motion model; a self-trained neural verifier double-checks every lock.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hosted replay console, 73 automated tests — every number here is measured, not projected.</a:t>
            </a:r>
          </a:p>
        </p:txBody>
      </p:sp>
      <p:pic>
        <p:nvPicPr>
          <p:cNvPr id="15365" name="Picture 15364" descr="gui_sho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28" y="1847088"/>
            <a:ext cx="4536337" cy="2743200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64515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 locked on the beacon — the same view the live demo link opens</a:t>
            </a:r>
          </a:p>
        </p:txBody>
      </p:sp>
      <p:pic>
        <p:nvPicPr>
          <p:cNvPr id="15367" name="Picture 15366" descr="chi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5413248"/>
            <a:ext cx="2011680" cy="914400"/>
          </a:xfrm>
          <a:prstGeom prst="rect">
            <a:avLst/>
          </a:prstGeom>
        </p:spPr>
      </p:pic>
      <p:pic>
        <p:nvPicPr>
          <p:cNvPr id="15368" name="Picture 15367" descr="chip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2888" y="5413248"/>
            <a:ext cx="2011680" cy="914400"/>
          </a:xfrm>
          <a:prstGeom prst="rect">
            <a:avLst/>
          </a:prstGeom>
        </p:spPr>
      </p:pic>
      <p:pic>
        <p:nvPicPr>
          <p:cNvPr id="15369" name="Picture 15368" descr="chip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1728" y="5413248"/>
            <a:ext cx="2011680" cy="914400"/>
          </a:xfrm>
          <a:prstGeom prst="rect">
            <a:avLst/>
          </a:prstGeom>
        </p:spPr>
      </p:pic>
      <p:sp>
        <p:nvSpPr>
          <p:cNvPr id="15370" name="TextBox 15369"/>
          <p:cNvSpPr txBox="1"/>
          <p:nvPr/>
        </p:nvSpPr>
        <p:spPr>
          <a:xfrm>
            <a:off x="6903720" y="490118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B2545"/>
                </a:solidFill>
                <a:latin typeface="Arial"/>
              </a:rPr>
              <a:t>Measured: </a:t>
            </a:r>
            <a:r>
              <a:rPr sz="1100" b="1" i="0">
                <a:solidFill>
                  <a:srgbClr val="0E7C99"/>
                </a:solidFill>
                <a:latin typeface="Arial"/>
              </a:rPr>
              <a:t>median 198 µrad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in lock · in-FOV </a:t>
            </a:r>
            <a:r>
              <a:rPr sz="11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· the live-demo run</a:t>
            </a:r>
          </a:p>
        </p:txBody>
      </p:sp>
      <p:pic>
        <p:nvPicPr>
          <p:cNvPr id="15371" name="Picture 15370" descr="chart_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5138928"/>
            <a:ext cx="4892040" cy="107624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pipeline_po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554480"/>
            <a:ext cx="11548872" cy="46917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Tracker uses 8–21 ms of each 33 ms frame on two CPU cores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— two motion models re-weighted every frame catch sharp manoeuvres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slowest acquisition 4.0 s, lowest lock retention 91.6%; even a 0.53×-dim beacon under 1.74× turbulence acquired in 2.8 s.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0292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</p:txBody>
      </p:sp>
      <p:pic>
        <p:nvPicPr>
          <p:cNvPr id="17416" name="Picture 17415" descr="impact_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608" y="5266944"/>
            <a:ext cx="9326880" cy="1057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1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Live demo (replay console):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zerodrift-fsoc-pat.netlify.app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33467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Arial"/>
              </a:rPr>
              <a:t>Compared with existing approaches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6355080" y="3621024"/>
          <a:ext cx="5486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ZeroDrift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MATLAB sim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HW testbed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Zero hardware cost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Real-time closed loop + live console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Decoy &amp; blink-signature discrimination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Open source · one-command reproducible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</a:tbl>
          </a:graphicData>
        </a:graphic>
      </p:graphicFrame>
      <p:sp>
        <p:nvSpPr>
          <p:cNvPr id="17417" name="Rounded Rectangle 17416"/>
          <p:cNvSpPr/>
          <p:nvPr/>
        </p:nvSpPr>
        <p:spPr>
          <a:xfrm>
            <a:off x="6355080" y="4864608"/>
            <a:ext cx="5486400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